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920240"/>
            <a:ext cx="4937760" cy="4937760"/>
          </a:xfrm>
          <a:prstGeom prst="ellipse">
            <a:avLst/>
          </a:prstGeom>
          <a:solidFill>
            <a:srgbClr val="132C49"/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4572000"/>
            <a:ext cx="3840480" cy="3840480"/>
          </a:xfrm>
          <a:prstGeom prst="ellipse">
            <a:avLst/>
          </a:prstGeom>
          <a:solidFill>
            <a:srgbClr val="132C4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INTEGRATION GUIDE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688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AgentGuard SDK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9776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 tool. Get a decision. Enforce it.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TYPESCRIPT · .NET · CLI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moves, then you're done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0134295" cy="1051560"/>
          </a:xfrm>
          <a:prstGeom prst="roundRect">
            <a:avLst>
              <a:gd name="adj" fmla="val 7826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24028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8408" y="222199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920240"/>
            <a:ext cx="8762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SDK at your API key, agent name, and environment.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040380"/>
            <a:ext cx="10134295" cy="1051560"/>
          </a:xfrm>
          <a:prstGeom prst="roundRect">
            <a:avLst>
              <a:gd name="adj" fmla="val 7826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78408" y="3360420"/>
            <a:ext cx="420624" cy="420624"/>
          </a:xfrm>
          <a:prstGeom prst="ellipse">
            <a:avLst/>
          </a:prstGeom>
          <a:solidFill>
            <a:srgbClr val="D983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78408" y="334213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040380"/>
            <a:ext cx="8762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each tool your agent can call.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160520"/>
            <a:ext cx="10134295" cy="1051560"/>
          </a:xfrm>
          <a:prstGeom prst="roundRect">
            <a:avLst>
              <a:gd name="adj" fmla="val 7826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78408" y="4480560"/>
            <a:ext cx="420624" cy="420624"/>
          </a:xfrm>
          <a:prstGeom prst="ellipse">
            <a:avLst/>
          </a:prstGeom>
          <a:solidFill>
            <a:srgbClr val="2E6F9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78408" y="446227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4160520"/>
            <a:ext cx="8762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call the runtime returns a decision — the SDK enforces it.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486400"/>
            <a:ext cx="10134295" cy="68580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51560" y="5486400"/>
            <a:ext cx="9402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proxy to run.     No agent rewrite.     No model change.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decisions, one behaviour each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2286000" cy="65836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1965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46120" y="1828800"/>
            <a:ext cx="7573975" cy="658368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20440" y="1828800"/>
            <a:ext cx="7025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runs normally.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583180"/>
            <a:ext cx="2286000" cy="658368"/>
          </a:xfrm>
          <a:prstGeom prst="roundRect">
            <a:avLst>
              <a:gd name="adj" fmla="val 50000"/>
            </a:avLst>
          </a:prstGeom>
          <a:solidFill>
            <a:srgbClr val="CE41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57403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2583180"/>
            <a:ext cx="7573975" cy="658368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20440" y="2583180"/>
            <a:ext cx="7025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PolicyDenied — carries the reason and the full result.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337560"/>
            <a:ext cx="2286000" cy="658368"/>
          </a:xfrm>
          <a:prstGeom prst="roundRect">
            <a:avLst>
              <a:gd name="adj" fmla="val 50000"/>
            </a:avLst>
          </a:prstGeom>
          <a:solidFill>
            <a:srgbClr val="D983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32841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46120" y="3337560"/>
            <a:ext cx="7573975" cy="658368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520440" y="3337560"/>
            <a:ext cx="7025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ApprovalRequired — poll wait_for_approval(id).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091940"/>
            <a:ext cx="2286000" cy="658368"/>
          </a:xfrm>
          <a:prstGeom prst="roundRect">
            <a:avLst>
              <a:gd name="adj" fmla="val 50000"/>
            </a:avLst>
          </a:prstGeom>
          <a:solidFill>
            <a:srgbClr val="7A5CC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08279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46120" y="4091940"/>
            <a:ext cx="7573975" cy="658368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520440" y="4091940"/>
            <a:ext cx="7025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the flagged argument paths, then runs the tool.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846320"/>
            <a:ext cx="2286000" cy="658368"/>
          </a:xfrm>
          <a:prstGeom prst="roundRect">
            <a:avLst>
              <a:gd name="adj" fmla="val 50000"/>
            </a:avLst>
          </a:prstGeom>
          <a:solidFill>
            <a:srgbClr val="2E6F9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483717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RATE_LIMIT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46120" y="4846320"/>
            <a:ext cx="7573975" cy="658368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520440" y="4846320"/>
            <a:ext cx="7025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RateLimited — carries retry_after_seconds.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897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error extends AgentGuardError and carries .result — the full DecisionResult.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decisions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your language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0134295" cy="1143000"/>
          </a:xfrm>
          <a:prstGeom prst="roundRect">
            <a:avLst>
              <a:gd name="adj" fmla="val 72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965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71800" y="2167128"/>
            <a:ext cx="7528255" cy="749808"/>
          </a:xfrm>
          <a:prstGeom prst="roundRect">
            <a:avLst>
              <a:gd name="adj" fmla="val 7317"/>
            </a:avLst>
          </a:prstGeom>
          <a:solidFill>
            <a:srgbClr val="0A1B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00400" y="2240280"/>
            <a:ext cx="7208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agentguard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C8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agentguard import AgentGuard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3291840"/>
            <a:ext cx="10134295" cy="1143000"/>
          </a:xfrm>
          <a:prstGeom prst="roundRect">
            <a:avLst>
              <a:gd name="adj" fmla="val 72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05840" y="329184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71800" y="3493008"/>
            <a:ext cx="7528255" cy="749808"/>
          </a:xfrm>
          <a:prstGeom prst="roundRect">
            <a:avLst>
              <a:gd name="adj" fmla="val 7317"/>
            </a:avLst>
          </a:prstGeom>
          <a:solidFill>
            <a:srgbClr val="0A1B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00400" y="3566160"/>
            <a:ext cx="7208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 @agentguard/sdk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C8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import { AgentGuard } from "@agentguard/sdk"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4617720"/>
            <a:ext cx="10134295" cy="1143000"/>
          </a:xfrm>
          <a:prstGeom prst="roundRect">
            <a:avLst>
              <a:gd name="adj" fmla="val 72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05840" y="46177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971800" y="4818888"/>
            <a:ext cx="7528255" cy="749808"/>
          </a:xfrm>
          <a:prstGeom prst="roundRect">
            <a:avLst>
              <a:gd name="adj" fmla="val 7317"/>
            </a:avLst>
          </a:prstGeom>
          <a:solidFill>
            <a:srgbClr val="0A1B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200400" y="4892040"/>
            <a:ext cx="7208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dotnet add package AgentGuard.NET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C8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AgentGuard;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QUICKSTART · PYTHON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decorator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0134295" cy="2720340"/>
          </a:xfrm>
          <a:prstGeom prst="roundRect">
            <a:avLst>
              <a:gd name="adj" fmla="val 2017"/>
            </a:avLst>
          </a:prstGeom>
          <a:solidFill>
            <a:srgbClr val="0A1B2E"/>
          </a:solidFill>
          <a:ln/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78408" y="2167128"/>
            <a:ext cx="9567367" cy="2318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agentguard import AgentGuard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 = AgentGuard(api_key="ag_live_...",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agent="FinanceAgent",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environment="production")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@guard.tool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send_email(to: str, subject: str, body: str) -&gt; None: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 # runs only on ALLOW; REDACT masks flagged args first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4892040"/>
            <a:ext cx="10134295" cy="868680"/>
          </a:xfrm>
          <a:prstGeom prst="roundRect">
            <a:avLst>
              <a:gd name="adj" fmla="val 9474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51560" y="4892040"/>
            <a:ext cx="9402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call auto-registers the agent, sends POST /v1/runtime/evaluate, and enforces the decision it gets back.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QUICKSTART · TYPESCRIPT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async wrapper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0134295" cy="2720340"/>
          </a:xfrm>
          <a:prstGeom prst="roundRect">
            <a:avLst>
              <a:gd name="adj" fmla="val 2017"/>
            </a:avLst>
          </a:prstGeom>
          <a:solidFill>
            <a:srgbClr val="0A1B2E"/>
          </a:solidFill>
          <a:ln/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78408" y="2167128"/>
            <a:ext cx="9567367" cy="2318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AgentGuard } from "@agentguard/sdk";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guard = new AgentGuard({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apiKey: "ag_live_...", agent: "FinanceAgent", environment: "production",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sendEmail = guard.tool(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({ to, subject, body }) =&gt; { /* enforced */ },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4892040"/>
            <a:ext cx="10134295" cy="868680"/>
          </a:xfrm>
          <a:prstGeom prst="roundRect">
            <a:avLst>
              <a:gd name="adj" fmla="val 9474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51560" y="4892040"/>
            <a:ext cx="9402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wrapped function is async and takes one object of named parameters — the shape every framework uses, so REDACT maps back onto the arguments.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QUICKSTART · .NET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guarded delegate — or DI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0134295" cy="1965960"/>
          </a:xfrm>
          <a:prstGeom prst="roundRect">
            <a:avLst>
              <a:gd name="adj" fmla="val 2791"/>
            </a:avLst>
          </a:prstGeom>
          <a:solidFill>
            <a:srgbClr val="0A1B2E"/>
          </a:solidFill>
          <a:ln/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78408" y="2167128"/>
            <a:ext cx="9567367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var guard = new AgentGuardClient(new AgentGuardOptions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ApiKey = "ag_live_...", Agent = "FinanceAgent", Environment = "production",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guard.GuardAsync("send_email", new { to, subject, body },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(effective, ct) =&gt; { /* runs on ALLOW / REDACT */ });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4251960"/>
            <a:ext cx="10134295" cy="1600200"/>
          </a:xfrm>
          <a:prstGeom prst="roundRect">
            <a:avLst>
              <a:gd name="adj" fmla="val 5143"/>
            </a:avLst>
          </a:prstGeom>
          <a:solidFill>
            <a:srgbClr val="0A1B2E"/>
          </a:solidFill>
          <a:ln w="12700">
            <a:solidFill>
              <a:srgbClr val="0A1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0584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846320"/>
            <a:ext cx="9494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builder.Services.AddAgentGuard(o =&gt; o.Agent = "SupportBot");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Resolved per field, in order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134295" cy="640080"/>
          </a:xfrm>
          <a:prstGeom prst="roundRect">
            <a:avLst>
              <a:gd name="adj" fmla="val 12857"/>
            </a:avLst>
          </a:prstGeom>
          <a:solidFill>
            <a:srgbClr val="0A1B2E"/>
          </a:solidFill>
          <a:ln w="12700">
            <a:solidFill>
              <a:srgbClr val="0A1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10134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argument   →   environment variable   →   ~/.agentguard/config   →   default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651760"/>
            <a:ext cx="10134295" cy="548640"/>
          </a:xfrm>
          <a:prstGeom prst="roundRect">
            <a:avLst>
              <a:gd name="adj" fmla="val 150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651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AGENTGUARD_API_KEY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2651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ag_* key — required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182112"/>
            <a:ext cx="10134295" cy="548640"/>
          </a:xfrm>
          <a:prstGeom prst="roundRect">
            <a:avLst>
              <a:gd name="adj" fmla="val 150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60120" y="31821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base_url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31821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AGENTGUARD_BASE_URL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31821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region's API endpoint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712464"/>
            <a:ext cx="10134295" cy="548640"/>
          </a:xfrm>
          <a:prstGeom prst="roundRect">
            <a:avLst>
              <a:gd name="adj" fmla="val 150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60120" y="371246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371246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AGENTGUARD_AGENT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371246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name to register / resolve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4242816"/>
            <a:ext cx="10134295" cy="548640"/>
          </a:xfrm>
          <a:prstGeom prst="roundRect">
            <a:avLst>
              <a:gd name="adj" fmla="val 150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60120" y="424281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424281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AGENTGUARD_ENVIRONMENT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424281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· staging · production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4773168"/>
            <a:ext cx="10134295" cy="548640"/>
          </a:xfrm>
          <a:prstGeom prst="roundRect">
            <a:avLst>
              <a:gd name="adj" fmla="val 150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60120" y="47731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fail_mode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47731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AGENTGUARD_FAIL_MODE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47731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(default) · open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5303520"/>
            <a:ext cx="10134295" cy="548640"/>
          </a:xfrm>
          <a:prstGeom prst="roundRect">
            <a:avLst>
              <a:gd name="adj" fmla="val 150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60120" y="5303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5303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AGENTGUARD_TIMEOUT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5303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call timeout, in seconds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LOWER-LEVEL API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decorator isn't enough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0134295" cy="91440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920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evaluate(tool, params)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40680" y="1920240"/>
            <a:ext cx="5105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runtime — get a decision, enforce nothing.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926080"/>
            <a:ext cx="10134295" cy="91440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05840" y="29260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check(tool, params)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40680" y="2926080"/>
            <a:ext cx="5105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+ enforce; returns effective (maybe redacted) params, or raises.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931920"/>
            <a:ext cx="10134295" cy="91440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05840" y="39319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wait_for_approval(id)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3931920"/>
            <a:ext cx="5105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until a human decides; returns the final status.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937760"/>
            <a:ext cx="10134295" cy="91440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005840" y="49377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guard.client.get(path)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40680" y="4937760"/>
            <a:ext cx="5105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authenticated calls to the control-plane API.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Lower-level API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AgentGuard can't be reached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221992"/>
            <a:ext cx="2286000" cy="512064"/>
          </a:xfrm>
          <a:prstGeom prst="roundRect">
            <a:avLst>
              <a:gd name="adj" fmla="val 50000"/>
            </a:avLst>
          </a:prstGeom>
          <a:solidFill>
            <a:srgbClr val="CE41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21284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46120" y="1965960"/>
            <a:ext cx="7573975" cy="1005840"/>
          </a:xfrm>
          <a:prstGeom prst="roundRect">
            <a:avLst>
              <a:gd name="adj" fmla="val 8182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20440" y="1965960"/>
            <a:ext cx="7025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Default. The tool is denied — nothing runs unreviewed.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342132"/>
            <a:ext cx="2286000" cy="51206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33298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fail-open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3086100"/>
            <a:ext cx="7573975" cy="1005840"/>
          </a:xfrm>
          <a:prstGeom prst="roundRect">
            <a:avLst>
              <a:gd name="adj" fmla="val 8182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20440" y="3086100"/>
            <a:ext cx="7025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runs. Availability over caution.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462272"/>
            <a:ext cx="2286000" cy="512064"/>
          </a:xfrm>
          <a:prstGeom prst="roundRect">
            <a:avLst>
              <a:gd name="adj" fmla="val 50000"/>
            </a:avLst>
          </a:prstGeom>
          <a:solidFill>
            <a:srgbClr val="D983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445312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46120" y="4206240"/>
            <a:ext cx="7573975" cy="1005840"/>
          </a:xfrm>
          <a:prstGeom prst="roundRect">
            <a:avLst>
              <a:gd name="adj" fmla="val 8182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520440" y="4206240"/>
            <a:ext cx="7025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per-tool table decides — deny the dangerous, allow the benign.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5486400"/>
            <a:ext cx="10134295" cy="68580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51560" y="5486400"/>
            <a:ext cx="9402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once on the agent; the SDK applies it automatically on a network failure.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TRACING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Handled for you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956048" cy="2194560"/>
          </a:xfrm>
          <a:prstGeom prst="roundRect">
            <a:avLst>
              <a:gd name="adj" fmla="val 375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22199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27048" y="2185416"/>
            <a:ext cx="390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Auto-registration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78892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call for an (agent name, environment) pair resolves — or creates — the agent identity. No manual step.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64047" y="1965960"/>
            <a:ext cx="4956048" cy="2194560"/>
          </a:xfrm>
          <a:prstGeom prst="roundRect">
            <a:avLst>
              <a:gd name="adj" fmla="val 375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38367" y="2240280"/>
            <a:ext cx="384048" cy="384048"/>
          </a:xfrm>
          <a:prstGeom prst="ellipse">
            <a:avLst/>
          </a:prstGeom>
          <a:solidFill>
            <a:srgbClr val="D983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38367" y="222199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05295" y="2185416"/>
            <a:ext cx="390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correlation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156655" y="278892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request_id is generated per call and threaded into the API, so a decision, its audit row, and its event line up.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4846320"/>
            <a:ext cx="10134295" cy="1005840"/>
          </a:xfrm>
          <a:prstGeom prst="roundRect">
            <a:avLst>
              <a:gd name="adj" fmla="val 8182"/>
            </a:avLst>
          </a:prstGeom>
          <a:solidFill>
            <a:srgbClr val="0A1B2E"/>
          </a:solidFill>
          <a:ln w="12700">
            <a:solidFill>
              <a:srgbClr val="0A1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51560" y="4846320"/>
            <a:ext cx="9402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guard.protect(agent)   </a:t>
            </a:r>
            <a:pPr indent="0" marL="0">
              <a:buNone/>
            </a:pPr>
            <a:r>
              <a:rPr lang="en-US" sz="11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registers the agent and wraps a discoverable agent.tools list in one call.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tracing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commands in every SDK package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0134295" cy="2720340"/>
          </a:xfrm>
          <a:prstGeom prst="roundRect">
            <a:avLst>
              <a:gd name="adj" fmla="val 2017"/>
            </a:avLst>
          </a:prstGeom>
          <a:solidFill>
            <a:srgbClr val="0A1B2E"/>
          </a:solidFill>
          <a:ln/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78408" y="2121408"/>
            <a:ext cx="9567367" cy="2318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agentguard login                       # save an API key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agentguard whoami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agentguard agents list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agentguard policy validate rules.json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agentguard scan                        # per-agent risk posture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agentguard logs --decision deny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agentguard redteam run --agent X --fail-on high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agentguard mcp scan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agentguard deploy --policies ./policies --fail-on high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a risky deploy automatically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6035040" cy="1965960"/>
          </a:xfrm>
          <a:prstGeom prst="roundRect">
            <a:avLst>
              <a:gd name="adj" fmla="val 2791"/>
            </a:avLst>
          </a:prstGeom>
          <a:solidFill>
            <a:srgbClr val="0A1B2E"/>
          </a:solidFill>
          <a:ln/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78408" y="2167128"/>
            <a:ext cx="5468112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C8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.github/workflows/deploy.yml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uses: your-org/agentguard-action@v1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with: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api-key: ${{ secrets.AGENTGUARD_KEY }}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policies: ./policies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fail-on: high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95160" y="1965960"/>
            <a:ext cx="3824935" cy="1965960"/>
          </a:xfrm>
          <a:prstGeom prst="roundRect">
            <a:avLst>
              <a:gd name="adj" fmla="val 4186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0" y="2185416"/>
            <a:ext cx="3276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2697480"/>
            <a:ext cx="3230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every policy spec.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Red-teams the target agents.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Markdown PR comment.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non-zero on a blocking finding.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10134295" cy="91440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51560" y="4343400"/>
            <a:ext cx="9402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0 = safe to ship.        Exit 1 = a finding at or above your threshold.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contract, three languages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82880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07024" y="182880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30768" y="182880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286000"/>
            <a:ext cx="1013155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22860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+ run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286000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@guard.tool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952744" y="2286000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guard.tool(fn)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76488" y="2286000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guard.GuardAsync(...)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2967228"/>
            <a:ext cx="10131552" cy="566928"/>
          </a:xfrm>
          <a:prstGeom prst="roundRect">
            <a:avLst>
              <a:gd name="adj" fmla="val 14516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29672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only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967228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guard.evaluate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952744" y="2967228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guard.evaluate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476488" y="2967228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guard.EvaluateAsync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" y="3648456"/>
            <a:ext cx="1013155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68680" y="364845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+ redact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648456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guard.check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952744" y="3648456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guard.check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476488" y="3648456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guard.CheckAsync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4329684"/>
            <a:ext cx="10131552" cy="566928"/>
          </a:xfrm>
          <a:prstGeom prst="roundRect">
            <a:avLst>
              <a:gd name="adj" fmla="val 14516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68680" y="432968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4329684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wait_for_approval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952744" y="4329684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waitForApproval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476488" y="4329684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WaitForApprovalAsync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" y="5010912"/>
            <a:ext cx="1013155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68680" y="50109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429000" y="5010912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config.toml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952744" y="5010912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config.json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476488" y="5010912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config.json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943600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reference: docs/SDK.md    ·    live API: /docs (OpenAPI)    ·    .NET adds services.AddAgentGuard(...)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Cross-language parity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486400" cy="5486400"/>
          </a:xfrm>
          <a:prstGeom prst="ellipse">
            <a:avLst/>
          </a:prstGeom>
          <a:solidFill>
            <a:srgbClr val="132C4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2860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one decorator away from enforced.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794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7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tools you already have. The runtime does the rest.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docs/SDK.md   ·   pip install agentguard   ·   npm i @agentguard/sdk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AgentGuard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AgentGuard SDK — Developer Integration Guide</dc:title>
  <dc:subject>PptxGenJS Presentation</dc:subject>
  <dc:creator>AgentGuard</dc:creator>
  <cp:lastModifiedBy>AgentGuard</cp:lastModifiedBy>
  <cp:revision>1</cp:revision>
  <dcterms:created xsi:type="dcterms:W3CDTF">2026-08-29T21:40:23Z</dcterms:created>
  <dcterms:modified xsi:type="dcterms:W3CDTF">2026-08-29T21:40:23Z</dcterms:modified>
</cp:coreProperties>
</file>