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API</c:v>
                  </c:pt>
                  <c:pt idx="1">
                    <c:v>policy-engine</c:v>
                  </c:pt>
                  <c:pt idx="2">
                    <c:v>sdk-python</c:v>
                  </c:pt>
                  <c:pt idx="3">
                    <c:v>sdk-typescript</c:v>
                  </c:pt>
                  <c:pt idx="4">
                    <c:v>sdk-dotnet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102</c:v>
                </c:pt>
                <c:pt idx="1">
                  <c:v>21</c:v>
                </c:pt>
                <c:pt idx="2">
                  <c:v>13</c:v>
                </c:pt>
                <c:pt idx="3">
                  <c:v>22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920240"/>
            <a:ext cx="4937760" cy="493776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572000"/>
            <a:ext cx="3840480" cy="384048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WALKTHROUGH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AgentGuard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776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is built — a guided tour of the codebase.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STEPS · 0 → 14 · COMPLETE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monorepo, one language 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6309360" cy="3223260"/>
          </a:xfrm>
          <a:prstGeom prst="roundRect">
            <a:avLst>
              <a:gd name="adj" fmla="val 1702"/>
            </a:avLst>
          </a:prstGeom>
          <a:solidFill>
            <a:srgbClr val="0A1B2E"/>
          </a:solidFill>
          <a:ln/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2029968"/>
            <a:ext cx="5742432" cy="2820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agent-guard/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apps/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api/      FastAPI control-plane + runtime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web/      Next.js 14 dashboard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workers/  event-stream tier (scaffold)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packages/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policy-engine/   pure-Python decision lib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sdk-{python,typescript,dotnet}/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services/   deploy units (ai-analyst, ...)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infra/      docker-compose + k8s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docs/       architecture, manual, ADRs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1828800"/>
            <a:ext cx="3550615" cy="4023360"/>
          </a:xfrm>
          <a:prstGeom prst="roundRect">
            <a:avLst>
              <a:gd name="adj" fmla="val 231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0" y="2048256"/>
            <a:ext cx="3001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language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560320"/>
            <a:ext cx="29562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across the API, workers, policy engine, and the Python SDK.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/ TypeScript for the dashboard only.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domain models — no cross-runtime hop on the hot path.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engine is a library, embedded in both the API and the SDK.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0001 records the Python-first decision and its trade-offs.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planes, mapped to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134295" cy="123444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2860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26771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39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78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apps/api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874520"/>
            <a:ext cx="43735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tenants, identity, agents, tools, policies, RBAC, keys, billing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10134295" cy="123444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78408" y="3657600"/>
            <a:ext cx="420624" cy="420624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8408" y="363931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496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policy-engine + in-API engines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246120"/>
            <a:ext cx="43735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eval, risk, DLP, red-team, detection, approvals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617720"/>
            <a:ext cx="10134295" cy="123444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78408" y="5029200"/>
            <a:ext cx="420624" cy="420624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8408" y="501091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82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events/ + ClickHouse + workers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617720"/>
            <a:ext cx="43735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ingest, telemetry, analytics, the audit hash-chain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→ code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region,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719072" cy="713232"/>
          </a:xfrm>
          <a:prstGeom prst="roundRect">
            <a:avLst>
              <a:gd name="adj" fmla="val 115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1719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9464" y="1828800"/>
            <a:ext cx="1719072" cy="713232"/>
          </a:xfrm>
          <a:prstGeom prst="roundRect">
            <a:avLst>
              <a:gd name="adj" fmla="val 115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69464" y="1828800"/>
            <a:ext cx="1719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53128" y="1828800"/>
            <a:ext cx="1719072" cy="713232"/>
          </a:xfrm>
          <a:prstGeom prst="roundRect">
            <a:avLst>
              <a:gd name="adj" fmla="val 11538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53128" y="1828800"/>
            <a:ext cx="1719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6583680" cy="822960"/>
          </a:xfrm>
          <a:prstGeom prst="roundRect">
            <a:avLst>
              <a:gd name="adj" fmla="val 10000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60120" y="2926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  —  FastAPI, stateless, scale-out     ·     ai-analyst sidecar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1828800" cy="676656"/>
          </a:xfrm>
          <a:prstGeom prst="roundRect">
            <a:avLst>
              <a:gd name="adj" fmla="val 1216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41605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4160520"/>
            <a:ext cx="1828800" cy="676656"/>
          </a:xfrm>
          <a:prstGeom prst="roundRect">
            <a:avLst>
              <a:gd name="adj" fmla="val 1216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063240" y="41605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4160520"/>
            <a:ext cx="1828800" cy="676656"/>
          </a:xfrm>
          <a:prstGeom prst="roundRect">
            <a:avLst>
              <a:gd name="adj" fmla="val 1216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440680" y="416052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Redpanda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983480"/>
            <a:ext cx="1828800" cy="676656"/>
          </a:xfrm>
          <a:prstGeom prst="roundRect">
            <a:avLst>
              <a:gd name="adj" fmla="val 1216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5800" y="498348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4983480"/>
            <a:ext cx="1828800" cy="676656"/>
          </a:xfrm>
          <a:prstGeom prst="roundRect">
            <a:avLst>
              <a:gd name="adj" fmla="val 1216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063240" y="498348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4983480"/>
            <a:ext cx="1828800" cy="676656"/>
          </a:xfrm>
          <a:prstGeom prst="roundRect">
            <a:avLst>
              <a:gd name="adj" fmla="val 1216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440680" y="498348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26680" y="2926080"/>
            <a:ext cx="3093415" cy="2880360"/>
          </a:xfrm>
          <a:prstGeom prst="roundRect">
            <a:avLst>
              <a:gd name="adj" fmla="val 2857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046720" y="3145536"/>
            <a:ext cx="2544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store is for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3657600"/>
            <a:ext cx="249905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— source of truth</a:t>
            </a:r>
            <a:endParaRPr lang="en-US" sz="10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cache, rate limits, sessions</a:t>
            </a:r>
            <a:endParaRPr lang="en-US" sz="10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Redpanda — event transport</a:t>
            </a:r>
            <a:endParaRPr lang="en-US" sz="10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— high-volume events</a:t>
            </a:r>
            <a:endParaRPr lang="en-US" sz="10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— attack-pattern vectors</a:t>
            </a:r>
            <a:endParaRPr lang="en-US" sz="10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— evidence, exports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paths, one never blocks the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134295" cy="1828800"/>
          </a:xfrm>
          <a:prstGeom prst="roundRect">
            <a:avLst>
              <a:gd name="adj" fmla="val 4500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critical path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87168"/>
            <a:ext cx="9494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 → identify agent → identify tool → validate params → policy → risk → DLP → decision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27248"/>
            <a:ext cx="9494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 ·  p95 &lt; 50 ms  ·  no LLM  ·  fail-safe per tool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4023360"/>
            <a:ext cx="10134295" cy="1828800"/>
          </a:xfrm>
          <a:prstGeom prst="roundRect">
            <a:avLst>
              <a:gd name="adj" fmla="val 45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path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590288"/>
            <a:ext cx="9494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emits an event → Redpanda → workers → ClickHouse (analytics) · Postgres (audit) · detection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212080"/>
            <a:ext cx="9494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blocks the agent — best-effort, swallow-and-continue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FIRST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critical path, file by 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134295" cy="896112"/>
          </a:xfrm>
          <a:prstGeom prst="roundRect">
            <a:avLst>
              <a:gd name="adj" fmla="val 918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148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3055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842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packages/policy-engine/…/evaluate.py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50008"/>
            <a:ext cx="8945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Pure. What the policy says. 21 tests.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825496"/>
            <a:ext cx="10134295" cy="896112"/>
          </a:xfrm>
          <a:prstGeom prst="roundRect">
            <a:avLst>
              <a:gd name="adj" fmla="val 918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41832" y="309981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0815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93522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runtime/core.py — core_decision()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300984"/>
            <a:ext cx="8945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→ policy → risk → combine. No writes.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776472"/>
            <a:ext cx="10134295" cy="896112"/>
          </a:xfrm>
          <a:prstGeom prst="roundRect">
            <a:avLst>
              <a:gd name="adj" fmla="val 918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405079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1832" y="403250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8862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runtime/service.py — evaluate_runtime()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251960"/>
            <a:ext cx="8945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core with the stateful steps.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727448"/>
            <a:ext cx="10134295" cy="896112"/>
          </a:xfrm>
          <a:prstGeom prst="roundRect">
            <a:avLst>
              <a:gd name="adj" fmla="val 918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1832" y="50017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498348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83717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runtime/router.py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202936"/>
            <a:ext cx="8945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/v1/runtime/evaluate.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 side-effect-free, so the red-team sandbox reuses it verbatim.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Deterministic, embeddable, tested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6126480" cy="2217420"/>
          </a:xfrm>
          <a:prstGeom prst="roundRect">
            <a:avLst>
              <a:gd name="adj" fmla="val 2474"/>
            </a:avLst>
          </a:prstGeom>
          <a:solidFill>
            <a:srgbClr val="0A1B2E"/>
          </a:solidFill>
          <a:ln/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2121408"/>
            <a:ext cx="5559552" cy="181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"rules": [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"effect": "approval",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"actions": ["payment.*:execute"],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"when": { "all": [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"field": "parameters.amount",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"op": "gt", "value": 5000 } ] } } ],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"default_effect": "allow" 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086600" y="1920240"/>
            <a:ext cx="3733495" cy="2286000"/>
          </a:xfrm>
          <a:prstGeom prst="roundRect">
            <a:avLst>
              <a:gd name="adj" fmla="val 36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06640" y="2139696"/>
            <a:ext cx="3184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651760"/>
            <a:ext cx="3139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&gt; approval &gt; rate_limit &gt; redact &gt; allow &gt; default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= fnmatch globs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= all / any / not tree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 never crash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4754880"/>
            <a:ext cx="10134295" cy="914400"/>
          </a:xfrm>
          <a:prstGeom prst="roundRect">
            <a:avLst>
              <a:gd name="adj" fmla="val 9000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51560" y="4754880"/>
            <a:ext cx="9402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at org → env → agent → tool → action. Redis-cached, invalidated on change. Validate + simulate before ship.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DLP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signal on every action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286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461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factors —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tool, data,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behaviour …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381348" y="2286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8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4015588" y="32461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detectors — PII, JWT,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keys, tokens,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keys, cards (Luhn)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28255" y="2286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E41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82+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7162495" y="32461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severe behavioural anomaly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the composite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892040"/>
            <a:ext cx="10134295" cy="1051560"/>
          </a:xfrm>
          <a:prstGeom prst="roundRect">
            <a:avLst>
              <a:gd name="adj" fmla="val 7826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51560" y="4892040"/>
            <a:ext cx="9402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892040"/>
            <a:ext cx="9402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NEVER_EXFIL    </a:t>
            </a:r>
            <a:pPr indent="0" marL="0">
              <a:buNone/>
            </a:pPr>
            <a:r>
              <a:rPr lang="en-US" sz="1250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key or platform credential to an external destination is denied — before policy, always.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DLP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Auth, tenancy, the Principal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134295" cy="960120"/>
          </a:xfrm>
          <a:prstGeom prst="roundRect">
            <a:avLst>
              <a:gd name="adj" fmla="val 8571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828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auth/dependencies.py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828800"/>
            <a:ext cx="6202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get_principal() → Principal (user | api_key) + org + permissions + residency guard. require_permission() gates each route.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849880"/>
            <a:ext cx="10134295" cy="960120"/>
          </a:xfrm>
          <a:prstGeom prst="roundRect">
            <a:avLst>
              <a:gd name="adj" fmla="val 8571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05840" y="28498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rbac/catalog.py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849880"/>
            <a:ext cx="6202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permissions, 7 built-in roles. The source of truth; seeded into tables.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870960"/>
            <a:ext cx="10134295" cy="960120"/>
          </a:xfrm>
          <a:prstGeom prst="roundRect">
            <a:avLst>
              <a:gd name="adj" fmla="val 8571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38709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auth/service.py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870960"/>
            <a:ext cx="6202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authenticate, session rotation with refresh-token reuse detection.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892040"/>
            <a:ext cx="10134295" cy="960120"/>
          </a:xfrm>
          <a:prstGeom prst="roundRect">
            <a:avLst>
              <a:gd name="adj" fmla="val 8571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05840" y="48920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audit_log.py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4892040"/>
            <a:ext cx="6202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per-org SHA-256 hash chain, serialised by an advisory lock.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spine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tables, 8 migrations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943600" cy="3931920"/>
          </a:xfrm>
          <a:prstGeom prst="roundRect">
            <a:avLst>
              <a:gd name="adj" fmla="val 2093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9397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organised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models/base.py — enum_column (VARCHAR-backed enums), org_column, mixins, deterministic constraint names.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models/__init__.py — the full registry; one *.py per domain.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migrations/versions/ — 0001 initial is the big one; 0008 is the latest.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tenant-scoped row carries organization_id.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2057400"/>
            <a:ext cx="382493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/ IAM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Tools · MCP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Bindings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· Findings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· Incidents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· Billing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(hash-chained)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SCIM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subsystem looks the same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134295" cy="640080"/>
          </a:xfrm>
          <a:prstGeom prst="roundRect">
            <a:avLst>
              <a:gd name="adj" fmla="val 12857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10134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  +   router   +   docs/&lt;X&gt;.md   +   tests/test_&lt;x&gt;.py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4956048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65176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redteam/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65176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REDTEAM.md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64047" y="2651760"/>
            <a:ext cx="4956048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38367" y="265176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detection/ · incidents/ · graph/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384487" y="265176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DETECTION.md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468624"/>
            <a:ext cx="4956048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346862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events/ · integrations/ · billing/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46862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INTEGRATIONS.md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64047" y="3468624"/>
            <a:ext cx="4956048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138367" y="346862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sso/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84487" y="346862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SSO.md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4285488"/>
            <a:ext cx="4956048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60120" y="428548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scim/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4285488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SCIM.md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64047" y="4285488"/>
            <a:ext cx="4956048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138367" y="428548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analyst/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384487" y="4285488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ANALYST.md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5102352"/>
            <a:ext cx="4956048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60120" y="510235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regions.py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5102352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MULTI_REGION.md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64047" y="5102352"/>
            <a:ext cx="4956048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138367" y="510235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auth/ · rbac/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84487" y="5102352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AUTH.md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pattern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SDKs mirror one contract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246120" cy="2377440"/>
          </a:xfrm>
          <a:prstGeom prst="roundRect">
            <a:avLst>
              <a:gd name="adj" fmla="val 346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6771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2231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834640"/>
            <a:ext cx="2679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implementation. The policy engine is embedded in it. httpx client, click CLI. 13 tests.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29888" y="2011680"/>
            <a:ext cx="3246120" cy="2377440"/>
          </a:xfrm>
          <a:prstGeom prst="roundRect">
            <a:avLst>
              <a:gd name="adj" fmla="val 346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4208" y="2286000"/>
            <a:ext cx="384048" cy="384048"/>
          </a:xfrm>
          <a:prstGeom prst="ellipse">
            <a:avLst/>
          </a:prstGeom>
          <a:solidFill>
            <a:srgbClr val="D983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04208" y="226771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71136" y="2231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22496" y="2834640"/>
            <a:ext cx="2679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ESM. Built-in fetch, no HTTP library. node:test runner. 22 tests.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73975" y="2011680"/>
            <a:ext cx="3246120" cy="2377440"/>
          </a:xfrm>
          <a:prstGeom prst="roundRect">
            <a:avLst>
              <a:gd name="adj" fmla="val 3462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48295" y="2286000"/>
            <a:ext cx="384048" cy="384048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48295" y="226771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15223" y="2231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6583" y="2834640"/>
            <a:ext cx="2679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net8.0. HttpClient + System.Text.Json. Adds a services.AddAgentGuard(...) DI helper. 15 tests.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709160"/>
            <a:ext cx="10134295" cy="868680"/>
          </a:xfrm>
          <a:prstGeom prst="roundRect">
            <a:avLst>
              <a:gd name="adj" fmla="val 947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51560" y="4709160"/>
            <a:ext cx="9402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behaviour is enforced by parallel test suites — the same scenarios in all three languages.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14, one page per feature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134295" cy="3840480"/>
          </a:xfrm>
          <a:prstGeom prst="roundRect">
            <a:avLst>
              <a:gd name="adj" fmla="val 2143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39696"/>
            <a:ext cx="9585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51760"/>
            <a:ext cx="95399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app/(app)/*/page.tsx — one route per feature, App Router.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lib/api.ts — fetch wrapper: token refresh on 401, wrong-region redirect on 421.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lib/auth.tsx — AuthProvider; permissions gate every action.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components/Sidebar.tsx — the PRD §8 information architecture.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for server state; Tailwind for styling.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are the behavioural spec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92024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965960"/>
            <a:ext cx="3184855" cy="3657600"/>
          </a:xfrm>
          <a:prstGeom prst="roundRect">
            <a:avLst>
              <a:gd name="adj" fmla="val 2584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55280" y="2185416"/>
            <a:ext cx="2636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green in CI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697480"/>
            <a:ext cx="2590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tests across the platform.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lint + format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check (model drift)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config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typecheck + build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CI jobs per PR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steps, each one shippable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134295" cy="1005840"/>
          </a:xfrm>
          <a:prstGeom prst="roundRect">
            <a:avLst>
              <a:gd name="adj" fmla="val 8182"/>
            </a:avLst>
          </a:prstGeom>
          <a:solidFill>
            <a:srgbClr val="0A1B2E"/>
          </a:solidFill>
          <a:ln w="12700">
            <a:solidFill>
              <a:srgbClr val="0A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10134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 →  verify (lint · migrate · tests · build)  →  document  →  commit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246120"/>
            <a:ext cx="10134295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3246120"/>
            <a:ext cx="9494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  foundation — infra · data model · auth · policy engine · risk + DLP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4174236"/>
            <a:ext cx="10134295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4174236"/>
            <a:ext cx="9494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   platform — SDK · red-team · dashboard · detection + IR · integrations + billing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5102352"/>
            <a:ext cx="10134295" cy="749808"/>
          </a:xfrm>
          <a:prstGeom prst="roundRect">
            <a:avLst>
              <a:gd name="adj" fmla="val 10976"/>
            </a:avLst>
          </a:prstGeom>
          <a:solidFill>
            <a:srgbClr val="F2F6FA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A1B2E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5102352"/>
            <a:ext cx="9494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10–14  enterprise — SSO · SCIM · AI analyst · TS/.NET SDKs · multi-region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process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reading order — docs/CODE_TOUR.md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105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810512"/>
            <a:ext cx="9311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— README, ARCHITECTURE, ROADMAP, MANUAL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34217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32388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323882"/>
            <a:ext cx="9311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— RUNNING.md, then click through the dashboard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855541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837253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2837253"/>
            <a:ext cx="9311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— policy-engine → core → service → router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368911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350623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3350623"/>
            <a:ext cx="9311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spine — get_principal, rbac/catalog, audit_log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82281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863993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3863993"/>
            <a:ext cx="9311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models/base.py + the 46 tables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395651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377363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4377363"/>
            <a:ext cx="9311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Subsystems — pick by interest (each = pkg + doc + tests)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0902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89073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4890734"/>
            <a:ext cx="9311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— sdk-python, then the two mirrors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542239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540410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52728" y="5404104"/>
            <a:ext cx="9311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apps/web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437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AgentGuard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389120" y="64373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2" y="6437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486400" cy="5486400"/>
          </a:xfrm>
          <a:prstGeom prst="ellipse">
            <a:avLst/>
          </a:prstGeom>
          <a:solidFill>
            <a:srgbClr val="132C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286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15 steps complete.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794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core, isolated regions, three SDKs, one audited trail.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tables   ·   ~110 endpoints   ·   173 tests   ·   17 design docs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AgentGuard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AgentGuard — Engineering Walkthrough</dc:title>
  <dc:subject>PptxGenJS Presentation</dc:subject>
  <dc:creator>AgentGuard</dc:creator>
  <cp:lastModifiedBy>AgentGuard</cp:lastModifiedBy>
  <cp:revision>1</cp:revision>
  <dcterms:created xsi:type="dcterms:W3CDTF">2026-08-29T21:40:23Z</dcterms:created>
  <dcterms:modified xsi:type="dcterms:W3CDTF">2026-08-29T21:40:23Z</dcterms:modified>
</cp:coreProperties>
</file>