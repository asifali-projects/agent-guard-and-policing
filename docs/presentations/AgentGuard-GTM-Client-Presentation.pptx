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920240"/>
            <a:ext cx="4937760" cy="4937760"/>
          </a:xfrm>
          <a:prstGeom prst="ellipse">
            <a:avLst/>
          </a:prstGeom>
          <a:solidFill>
            <a:srgbClr val="132C49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572000"/>
            <a:ext cx="3840480" cy="3840480"/>
          </a:xfrm>
          <a:prstGeom prst="ellipse">
            <a:avLst/>
          </a:prstGeom>
          <a:solidFill>
            <a:srgbClr val="132C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SECURITY &amp; GOVERNANCE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AgentGuard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776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autonomous AI agents with confidence.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don't just answer — they 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246120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384048" cy="384048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219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21854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move money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78892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payments, transfers, refunds, and trades on your behalf.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29888" y="1965960"/>
            <a:ext cx="3246120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4208" y="22402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04208" y="22219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71136" y="21854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reach out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22496" y="278892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email, post to Slack, file tickets, call third-party APIs.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73975" y="1965960"/>
            <a:ext cx="3246120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48295" y="2240280"/>
            <a:ext cx="384048" cy="384048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48295" y="22219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15223" y="21854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touch data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6583" y="278892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customer records, read documents, pull from the warehouse.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297680"/>
            <a:ext cx="10134295" cy="1280160"/>
          </a:xfrm>
          <a:prstGeom prst="roundRect">
            <a:avLst>
              <a:gd name="adj" fmla="val 6429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51560" y="4297680"/>
            <a:ext cx="9402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autonomously, at machine speed — driven by a model whose next move you can't fully predict.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existing controls weren't built for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4956048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1396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7004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humans and services. It doesn't decide, per action, what an agent may 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64047" y="1920240"/>
            <a:ext cx="4956048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184087" y="21396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184087" y="267004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what happened — after it happened. No say in whether it should.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023360"/>
            <a:ext cx="4956048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05840" y="42428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77316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files and email. Blind to a tool call carrying a secret to an external API.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64047" y="4023360"/>
            <a:ext cx="4956048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84087" y="42428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 / EDR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184087" y="477316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the perimeter and the host. The agent is already inside, as a trusted identity.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gap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5029200" cy="5029200"/>
          </a:xfrm>
          <a:prstGeom prst="ellipse">
            <a:avLst/>
          </a:prstGeom>
          <a:solidFill>
            <a:srgbClr val="132C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514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model decides what it </a:t>
            </a:r>
            <a:pPr indent="0" marL="0">
              <a:buNone/>
            </a:pPr>
            <a:r>
              <a:rPr lang="en-US" sz="3300" b="1" i="1" dirty="0">
                <a:solidFill>
                  <a:srgbClr val="D98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wants</a:t>
            </a:r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do.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657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AgentGuard decides whether it is </a:t>
            </a:r>
            <a:pPr indent="0" marL="0">
              <a:buNone/>
            </a:pPr>
            <a:r>
              <a:rPr lang="en-US" sz="3300" b="1" i="1" dirty="0">
                <a:solidFill>
                  <a:srgbClr val="D98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allowed</a:t>
            </a:r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layer, in front of every agent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134295" cy="822960"/>
          </a:xfrm>
          <a:prstGeom prst="roundRect">
            <a:avLst>
              <a:gd name="adj" fmla="val 10000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10134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 →   AgentGuard   →   Tools  ·  APIs  ·  Data  ·  MCP servers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2971800"/>
            <a:ext cx="3246120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32461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2278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27048" y="31912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79476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agents are — identity, inventory, policies, roles, keys, billing.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29888" y="2971800"/>
            <a:ext cx="3246120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04208" y="3246120"/>
            <a:ext cx="384048" cy="384048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04208" y="32278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71136" y="31912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plane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22496" y="379476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may do — policy, risk, DLP, red-team, detection, approvals.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73975" y="2971800"/>
            <a:ext cx="3246120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48295" y="3246120"/>
            <a:ext cx="384048" cy="384048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48295" y="32278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15223" y="31912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866583" y="379476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 — events, analytics, a tamper-evident audit trail.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21208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deployed together — no glue code, no gaps between the planes.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AgentGuard layer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gets exactly one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865376" cy="53035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11096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53030" y="1920240"/>
            <a:ext cx="1865376" cy="530352"/>
          </a:xfrm>
          <a:prstGeom prst="roundRect">
            <a:avLst>
              <a:gd name="adj" fmla="val 50000"/>
            </a:avLst>
          </a:prstGeom>
          <a:solidFill>
            <a:srgbClr val="CE41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53030" y="1911096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20260" y="1920240"/>
            <a:ext cx="1865376" cy="530352"/>
          </a:xfrm>
          <a:prstGeom prst="roundRect">
            <a:avLst>
              <a:gd name="adj" fmla="val 50000"/>
            </a:avLst>
          </a:prstGeom>
          <a:solidFill>
            <a:srgbClr val="D983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20260" y="1911096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87489" y="1920240"/>
            <a:ext cx="1865376" cy="530352"/>
          </a:xfrm>
          <a:prstGeom prst="roundRect">
            <a:avLst>
              <a:gd name="adj" fmla="val 50000"/>
            </a:avLst>
          </a:prstGeom>
          <a:solidFill>
            <a:srgbClr val="7A5CC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7489" y="1911096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54719" y="1920240"/>
            <a:ext cx="1865376" cy="530352"/>
          </a:xfrm>
          <a:prstGeom prst="roundRect">
            <a:avLst>
              <a:gd name="adj" fmla="val 50000"/>
            </a:avLst>
          </a:prstGeom>
          <a:solidFill>
            <a:srgbClr val="2E6F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54719" y="1911096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2880360"/>
            <a:ext cx="4956048" cy="1417320"/>
          </a:xfrm>
          <a:prstGeom prst="roundRect">
            <a:avLst>
              <a:gd name="adj" fmla="val 580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3081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465576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under 50 ms — on the critical path, in front of every tool call.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64047" y="2880360"/>
            <a:ext cx="4956048" cy="1417320"/>
          </a:xfrm>
          <a:prstGeom prst="roundRect">
            <a:avLst>
              <a:gd name="adj" fmla="val 580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184087" y="3081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84087" y="3465576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risk + DLP. No LLM in the decision loop, ever.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434840"/>
            <a:ext cx="4956048" cy="1417320"/>
          </a:xfrm>
          <a:prstGeom prst="roundRect">
            <a:avLst>
              <a:gd name="adj" fmla="val 580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05840" y="4636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020056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AgentGuard is unreachable, your rule decides: fail-closed or fail-open.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64047" y="4434840"/>
            <a:ext cx="4956048" cy="1417320"/>
          </a:xfrm>
          <a:prstGeom prst="roundRect">
            <a:avLst>
              <a:gd name="adj" fmla="val 580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184087" y="4636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184087" y="5020056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non-allow returns the reason, the matched policy, and the risk score.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guard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security program for your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130552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3957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per org, environment, agent, tool, action — with approvals.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4129888" y="1828800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22496" y="2130552"/>
            <a:ext cx="137160" cy="137160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8528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422496" y="23957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0–100 score from 7 factors on every single action.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7573975" y="1828800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6583" y="2130552"/>
            <a:ext cx="137160" cy="137160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22615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866583" y="23957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detectors for PII, keys, secrets — plus a hard exfil block.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85800" y="3200400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78408" y="3502152"/>
            <a:ext cx="137160" cy="137160"/>
          </a:xfrm>
          <a:prstGeom prst="ellipse">
            <a:avLst/>
          </a:prstGeom>
          <a:solidFill>
            <a:srgbClr val="CE41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3444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Assurance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78408" y="37673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built-in attacks, run on demand and in CI.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129888" y="3200400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22496" y="3502152"/>
            <a:ext cx="137160" cy="137160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78528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Detection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422496" y="37673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per agent; anomalies raise threats automatically.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573975" y="3200400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6583" y="3502152"/>
            <a:ext cx="137160" cy="137160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22615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866583" y="37673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Lifecycle, timeline, and one-click containment.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685800" y="4572000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8408" y="4873752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234440" y="4754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Graph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78408" y="51389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connection, and the blast radius of a compromise.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4129888" y="4572000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22496" y="4873752"/>
            <a:ext cx="137160" cy="137160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78528" y="4754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422496" y="51389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hash-chained, exportable, verifiable.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7573975" y="4572000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866583" y="4873752"/>
            <a:ext cx="137160" cy="137160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22615" y="4754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Analyst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7866583" y="51389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posture in plain language.</a:t>
            </a:r>
            <a:endParaRPr lang="en-US" sz="96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you can prove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4956048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7627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2139696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hierarchy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a rule at org, environment, agent, tool, or action level. The strongest decision always wins.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64047" y="1920240"/>
            <a:ext cx="4956048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38367" y="2194560"/>
            <a:ext cx="384048" cy="384048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38367" y="217627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05295" y="2139696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56655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actions pause for named approvers — every decision captured, timed, and audited.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023360"/>
            <a:ext cx="4956048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297680"/>
            <a:ext cx="384048" cy="384048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2793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27048" y="4242816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&amp; testable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4846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simulate a policy before it ships. Every change is versioned and reversible.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64047" y="4023360"/>
            <a:ext cx="4956048" cy="1783080"/>
          </a:xfrm>
          <a:prstGeom prst="roundRect">
            <a:avLst>
              <a:gd name="adj" fmla="val 461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38367" y="4297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38367" y="42793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05295" y="4242816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156655" y="4846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in an append-only SHA-256 hash chain. Recompute and verify it any time.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sensitive data where it belongs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246120" cy="2011680"/>
          </a:xfrm>
          <a:prstGeom prst="roundRect">
            <a:avLst>
              <a:gd name="adj" fmla="val 4091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148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1089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scored on every action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29888" y="1920240"/>
            <a:ext cx="3246120" cy="2011680"/>
          </a:xfrm>
          <a:prstGeom prst="roundRect">
            <a:avLst>
              <a:gd name="adj" fmla="val 4091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129888" y="2148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8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404208" y="31089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— PII, keys, secrets, cards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73975" y="1920240"/>
            <a:ext cx="3246120" cy="2011680"/>
          </a:xfrm>
          <a:prstGeom prst="roundRect">
            <a:avLst>
              <a:gd name="adj" fmla="val 4091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573975" y="2148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E4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7848295" y="31089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for secrets leaving your walls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4297680"/>
            <a:ext cx="10134295" cy="1463040"/>
          </a:xfrm>
          <a:prstGeom prst="roundRect">
            <a:avLst>
              <a:gd name="adj" fmla="val 5625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51560" y="4297680"/>
            <a:ext cx="9402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97680"/>
            <a:ext cx="9311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0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NEVER-EXFIL    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key or platform credential leaving for an external destination is denied — no matter the policy, no matter the role.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DLP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it before someone else does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669280" cy="3108960"/>
          </a:xfrm>
          <a:prstGeom prst="roundRect">
            <a:avLst>
              <a:gd name="adj" fmla="val 2647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1396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offensive testing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51760"/>
            <a:ext cx="5074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attack techniques across 6 categories — prompt injection, tool abuse, data exfiltration, agent hijacking, MCP, availability.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Replayed through a sandbox — no real tool ever runs.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get a lifecycle: triage, retest, suppress, resolve.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turns a finding into a blocking policy or an incident.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29400" y="1920240"/>
            <a:ext cx="4187952" cy="3108960"/>
          </a:xfrm>
          <a:prstGeom prst="roundRect">
            <a:avLst>
              <a:gd name="adj" fmla="val 2647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49440" y="2121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pipeline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6517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agentguard deploy \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--policies ./policies \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--fail-on high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 policies valid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   1 critical finding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deploy blocked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5257800"/>
            <a:ext cx="10134295" cy="731520"/>
          </a:xfrm>
          <a:prstGeom prst="roundRect">
            <a:avLst>
              <a:gd name="adj" fmla="val 1125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51560" y="5257800"/>
            <a:ext cx="9402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non-zero on a blocking finding — the deploy simply doesn't ship.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engine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it, contain it, understand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36776" y="2148840"/>
            <a:ext cx="384048" cy="384048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36776" y="213055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786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learned per agent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999232" y="1965960"/>
            <a:ext cx="329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00984" y="196596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2148840"/>
            <a:ext cx="384048" cy="384048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51960" y="213055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83864" y="25786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raises a threat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614416" y="1965960"/>
            <a:ext cx="329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16168" y="196596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67144" y="2148840"/>
            <a:ext cx="384048" cy="384048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67144" y="213055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5786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auto-opens an incident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965960"/>
            <a:ext cx="329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31352" y="196596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82328" y="2148840"/>
            <a:ext cx="384048" cy="384048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82328" y="213055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714232" y="25786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pauses the agent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3657600"/>
            <a:ext cx="4956048" cy="16459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0120" y="3931920"/>
            <a:ext cx="384048" cy="384048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120" y="39136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27048" y="3877056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graph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" y="44805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tool, MCP server, and agent-to-agent link on one interactive map.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864047" y="3657600"/>
            <a:ext cx="4956048" cy="16459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38367" y="3931920"/>
            <a:ext cx="384048" cy="384048"/>
          </a:xfrm>
          <a:prstGeom prst="ellipse">
            <a:avLst/>
          </a:prstGeom>
          <a:solidFill>
            <a:srgbClr val="CE414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38367" y="39136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05295" y="3877056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156655" y="44805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compromise of this agent could actually reach — before it does.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57784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and the blast-radius view turn one alert into full context in seconds.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IR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how your organisation actually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85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6946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2.0 &amp; OIDC, domain-routed, optional enforced SSO.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29888" y="196596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04208" y="2185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SCIM provisioning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04208" y="256946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groups from your IdP; deactivate there, access gone here.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73975" y="196596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48295" y="2185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848295" y="256946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built-in roles over a 32-permission catalog.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425196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0120" y="4471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85546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EU · Middle East · APAC — each region fully isolated.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29888" y="425196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404208" y="4471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&amp; CI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04208" y="485546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environment-tagged, IP-allowlisted, rotatable.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73975" y="425196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848295" y="4471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export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848295" y="485546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trail, CSV export, integrity verification on demand.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737360"/>
            <a:ext cx="4572000" cy="4572000"/>
          </a:xfrm>
          <a:prstGeom prst="ellipse">
            <a:avLst/>
          </a:prstGeom>
          <a:solidFill>
            <a:srgbClr val="132C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508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ANALYST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your security posture a question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8046720" cy="640080"/>
          </a:xfrm>
          <a:prstGeom prst="roundRect">
            <a:avLst>
              <a:gd name="adj" fmla="val 20000"/>
            </a:avLst>
          </a:prstGeom>
          <a:solidFill>
            <a:srgbClr val="132C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30175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agents are riskiest right now?"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840480"/>
            <a:ext cx="8046720" cy="640080"/>
          </a:xfrm>
          <a:prstGeom prst="roundRect">
            <a:avLst>
              <a:gd name="adj" fmla="val 20000"/>
            </a:avLst>
          </a:prstGeom>
          <a:solidFill>
            <a:srgbClr val="132C4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840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was the last payment blocked?"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4663440"/>
            <a:ext cx="8046720" cy="640080"/>
          </a:xfrm>
          <a:prstGeom prst="roundRect">
            <a:avLst>
              <a:gd name="adj" fmla="val 20000"/>
            </a:avLst>
          </a:prstGeom>
          <a:solidFill>
            <a:srgbClr val="132C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4663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"Has anything tried to exfiltrate data this week?"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own data — read-only, org-scoped, and every query is audited.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to integrate — not a migration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4846320" cy="2194560"/>
          </a:xfrm>
          <a:prstGeom prst="roundRect">
            <a:avLst>
              <a:gd name="adj" fmla="val 3750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19202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agentguard import AgentGuard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@guard.tool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send_email(to, subject, body):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C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# now enforced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824728" y="1920240"/>
            <a:ext cx="4992624" cy="2194560"/>
          </a:xfrm>
          <a:prstGeom prst="roundRect">
            <a:avLst>
              <a:gd name="adj" fmla="val 375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144768" y="2139696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2651760"/>
            <a:ext cx="4398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SDKs — Python, TypeScript, .NET — one identical contract.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bundled CLI for local checks and CI gates.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OpenAI, LangGraph, CrewAI, Semantic Kernel, MCP.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4526280"/>
            <a:ext cx="10134295" cy="1051560"/>
          </a:xfrm>
          <a:prstGeom prst="roundRect">
            <a:avLst>
              <a:gd name="adj" fmla="val 782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51560" y="4526280"/>
            <a:ext cx="9402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rewrite.    No proxy to run.    No model change.    Wrap the tools you already have.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your way, grow into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29888" y="196596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129888" y="1965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73975" y="196596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573975" y="1965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33756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36118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" y="404164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free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53030" y="333756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753030" y="36118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07894" y="404164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20260" y="333756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20260" y="36118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875124" y="404164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87489" y="333756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87489" y="36118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42353" y="404164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54719" y="333756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954719" y="36118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009583" y="404164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+ residency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34924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adds SSO / SCIM, data residency, and support SLAs.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tiers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486400" cy="5486400"/>
          </a:xfrm>
          <a:prstGeom prst="ellipse">
            <a:avLst/>
          </a:prstGeom>
          <a:solidFill>
            <a:srgbClr val="132C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2860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AI agents with confidence.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94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that decides what your agents are allowed to do.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   ·   Security &amp; Governance for AI Agents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AgentGuard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AgentGuard — Client Overview</dc:title>
  <dc:subject>PptxGenJS Presentation</dc:subject>
  <dc:creator>AgentGuard</dc:creator>
  <cp:lastModifiedBy>AgentGuard</cp:lastModifiedBy>
  <cp:revision>1</cp:revision>
  <dcterms:created xsi:type="dcterms:W3CDTF">2026-08-29T21:40:23Z</dcterms:created>
  <dcterms:modified xsi:type="dcterms:W3CDTF">2026-08-29T21:40:23Z</dcterms:modified>
</cp:coreProperties>
</file>